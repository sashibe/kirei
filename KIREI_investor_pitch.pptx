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1097280"/>
            <a:ext cx="5486400" cy="5486400"/>
          </a:xfrm>
          <a:prstGeom prst="ellipse">
            <a:avLst/>
          </a:prstGeom>
          <a:solidFill>
            <a:srgbClr val="A855F7">
              <a:alpha val="1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3200400"/>
            <a:ext cx="3657600" cy="3657600"/>
          </a:xfrm>
          <a:prstGeom prst="ellipse">
            <a:avLst/>
          </a:prstGeom>
          <a:solidFill>
            <a:srgbClr val="EC4899">
              <a:alpha val="1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47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DECK  —  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spc="1400" kern="0" dirty="0">
                <a:solidFill>
                  <a:srgbClr val="E0B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KIREI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457200" y="25786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スマートフォンを、毎日触れる「AI美容鏡」に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06240" y="3127248"/>
            <a:ext cx="731520" cy="2743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4747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カテゴリ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" y="36758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ビューティーテック × ヘルスケア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0" y="34747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フェーズ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0" y="36758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完了・MVP 開発中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17920" y="34747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デモ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17920" y="36758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sashibe.github.io/kirei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課題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50292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13232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dirty="0">
                <a:solidFill>
                  <a:srgbClr val="1A16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女性は一日に何度も「鏡を確認」する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〜30代の女性にとって自分の状態を確認する行為は、生活に深く組み込まれた習慣です。既存の「歯科アプリ」「肌診断アプリ」の最大の課題はリテンション。チェックのためだけに開く習慣は定着しない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73252" y="2834640"/>
            <a:ext cx="23317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3252" y="2834640"/>
            <a:ext cx="54864" cy="1417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0412" y="2898648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A85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010412" y="347472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一日の平均的な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鏡・自撮り確認回数（推計）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06140" y="2834640"/>
            <a:ext cx="23317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06140" y="2834640"/>
            <a:ext cx="54864" cy="1417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3300" y="2898648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A85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20s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543300" y="347472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コアターゲット層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（20〜30代女性）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39028" y="2834640"/>
            <a:ext cx="23317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39028" y="2834640"/>
            <a:ext cx="54864" cy="1417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6188" y="2898648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A85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076188" y="3474720"/>
            <a:ext cx="2148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既存の鏡が提供できなかった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「気づき」の蓄積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914400"/>
            <a:ext cx="4572000" cy="4572000"/>
          </a:xfrm>
          <a:prstGeom prst="ellipse">
            <a:avLst/>
          </a:prstGeom>
          <a:solidFill>
            <a:srgbClr val="A855F7">
              <a:alpha val="1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B98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ソリューション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50292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「鏡の代替」として設計された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AIビューティーミラー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901952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KIREIは「歯科アプリ」でも「スキンケアアプリ」でもない。スマートフォンを「毎朝触れる鏡」そのものに置き換えることで、リテンション問題を構造的に解決する。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578608" cy="1737360"/>
          </a:xfrm>
          <a:prstGeom prst="rect">
            <a:avLst/>
          </a:prstGeom>
          <a:solidFill>
            <a:srgbClr val="A855F7">
              <a:alpha val="12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98064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49F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85800" y="3273552"/>
            <a:ext cx="2304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ミラー画面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602736"/>
            <a:ext cx="23042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カメラを向けると自動で肌分析。トーン・毛穴・くすみをリアルタイム評価。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45536" y="329184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82696" y="2743200"/>
            <a:ext cx="2578608" cy="1737360"/>
          </a:xfrm>
          <a:prstGeom prst="rect">
            <a:avLst/>
          </a:prstGeom>
          <a:solidFill>
            <a:srgbClr val="A855F7">
              <a:alpha val="18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9856" y="2798064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49F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19856" y="3273552"/>
            <a:ext cx="2304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デンタルチェック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19856" y="3602736"/>
            <a:ext cx="23042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口元を映すと歯茎の色味・着色・歯並びを自動スコアリング。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79592" y="329184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016752" y="2743200"/>
            <a:ext cx="2578608" cy="1737360"/>
          </a:xfrm>
          <a:prstGeom prst="rect">
            <a:avLst/>
          </a:prstGeom>
          <a:solidFill>
            <a:srgbClr val="A855F7">
              <a:alpha val="24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3912" y="2798064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49F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53912" y="3273552"/>
            <a:ext cx="2304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統合結果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53912" y="3602736"/>
            <a:ext cx="23042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肌スコア＋デンタルスコアを表示。ケア提案・クリニック送客・コンテンツ誘導。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ビジネスモデル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50292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13232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dirty="0">
                <a:solidFill>
                  <a:srgbClr val="1A16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三層収益構造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無料ユーザー獲得 → 高単価送客 → データマネタイズの三層設計。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176272"/>
            <a:ext cx="8229600" cy="676656"/>
          </a:xfrm>
          <a:prstGeom prst="rect">
            <a:avLst/>
          </a:prstGeom>
          <a:solidFill>
            <a:srgbClr val="F3E8FF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76272"/>
            <a:ext cx="64008" cy="67665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377440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EDE0FC"/>
          </a:solidFill>
          <a:ln w="6350">
            <a:solidFill>
              <a:srgbClr val="C4A0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37744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71600" y="22585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無料ビューティー／ヘルスチェック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251460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AIスコアリング・キラリのコメント・履歴閲覧は完全無料。ユーザー獲得コストを最小化し、習慣化を確立する。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944368"/>
            <a:ext cx="8229600" cy="676656"/>
          </a:xfrm>
          <a:prstGeom prst="rect">
            <a:avLst/>
          </a:prstGeom>
          <a:solidFill>
            <a:srgbClr val="FCE7F3"/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44368"/>
            <a:ext cx="64008" cy="67665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3145536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FAD3EB"/>
          </a:solidFill>
          <a:ln w="6350">
            <a:solidFill>
              <a:srgbClr val="F09A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145536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371600" y="30266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提携歯科送客 ／ ケアグッズ EC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28269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デンタルスコアから提携クリニックへ予約誘導。自費診療（ホワイトニング・矯正）の高単価送客が主要収益源。アフィリエイト・直販も展開。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712464"/>
            <a:ext cx="8229600" cy="676656"/>
          </a:xfrm>
          <a:prstGeom prst="rect">
            <a:avLst/>
          </a:prstGeom>
          <a:solidFill>
            <a:srgbClr val="FEF9EE"/>
          </a:solidFill>
          <a:ln w="6350">
            <a:solidFill>
              <a:srgbClr val="C9A9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12464"/>
            <a:ext cx="64008" cy="67665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3913632"/>
            <a:ext cx="658368" cy="256032"/>
          </a:xfrm>
          <a:prstGeom prst="roundRect">
            <a:avLst>
              <a:gd name="adj" fmla="val 17857"/>
            </a:avLst>
          </a:prstGeom>
          <a:solidFill>
            <a:srgbClr val="F5E7C8"/>
          </a:solidFill>
          <a:ln w="6350">
            <a:solidFill>
              <a:srgbClr val="D4A9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91363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371600" y="3794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匿名化データ分析・提供（将来）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405079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蓄積された口腔・肌データの匿名化集計値を製薬・化粧品・医療機器メーカーへ提供。個人情報保護法準拠設計を初期から実装。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608576"/>
            <a:ext cx="8229600" cy="475488"/>
          </a:xfrm>
          <a:prstGeom prst="rect">
            <a:avLst/>
          </a:prstGeom>
          <a:solidFill>
            <a:srgbClr val="F3E8FF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72584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最初の提携先：山田兄弟歯科グループ（自費診療3拠点）。高単価送客モデルの初期検証に最適。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市場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50292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13232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dirty="0">
                <a:solidFill>
                  <a:srgbClr val="1A16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口腔ケア × 美容テック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dirty="0">
                <a:solidFill>
                  <a:srgbClr val="1A16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交差する二大市場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560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8163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🦷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3232" y="3218688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国内歯科市場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3566160"/>
            <a:ext cx="2231136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約3兆円規模（医療費ベース）。自費診療比率が上昇傾向にあり、ホワイトニング・矯正需要が拡大中。※公的統計に基づく推計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2697480"/>
            <a:ext cx="2560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56432" y="28163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56432" y="3218688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国内スキンケア市場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56432" y="3566160"/>
            <a:ext cx="2231136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化粧品市場は1兆5,000億円超（矢野経済研究所推計）。スキンケアカテゴリが最大の比率を占め、D2Cブランドも急増。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2697480"/>
            <a:ext cx="2560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99632" y="28163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99632" y="3218688"/>
            <a:ext cx="22311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6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ビューティーテック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99632" y="3566160"/>
            <a:ext cx="2231136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AI肌診断・パーソナライズ提案のスタートアップが国内外で増加。スマホカメラを活用したノンデバイス型が注目を集める。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競合優位性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50292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13232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dirty="0">
                <a:solidFill>
                  <a:srgbClr val="1A16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なぜ、"KIREI" なのか？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単機能アプリとの最大の差別化は「習慣化の構造設計」。ユーザーの朝のルーティンに入ることで、離脱を構造的に防ぐ。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2176272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194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比較軸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72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歯科アプリ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72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肌診断アプリ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85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KIREI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日常利用動機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低い（チェックのみ）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中程度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高い（鏡代替）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複数機能統合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85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肌＋口腔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医療連携・送客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部分的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85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提携歯科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コンテンツ連動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85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歯腸ドクターズ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キャラクター体験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855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キラリ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457200"/>
            <a:ext cx="5486400" cy="5486400"/>
          </a:xfrm>
          <a:prstGeom prst="ellipse">
            <a:avLst/>
          </a:prstGeom>
          <a:solidFill>
            <a:srgbClr val="A855F7">
              <a:alpha val="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B98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パートナーシップ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50292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医療の信頼性と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コンテンツの力を組み込む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KIREIは単独のアプリではなく、提携クリニック・医師コンテンツとのエコシステムとして設計されている。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2578608"/>
            <a:ext cx="4023360" cy="233172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974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15568" y="269748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山田兄弟歯科グループ（医療法人尚歯会）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315468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49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大阪・心斎橋 / 千里中央 / 奈良・学園前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自費診療に積極的な3拠点展開クリニック。ホワイトニング・矯正・インプラントを主力とし、KIREI経由の送客先として最初のパートナー候補。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005840" cy="210312"/>
          </a:xfrm>
          <a:prstGeom prst="roundRect">
            <a:avLst>
              <a:gd name="adj" fmla="val 21739"/>
            </a:avLst>
          </a:prstGeom>
          <a:solidFill>
            <a:srgbClr val="9060C0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114800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初期パートナー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609344" y="4114800"/>
            <a:ext cx="822960" cy="210312"/>
          </a:xfrm>
          <a:prstGeom prst="roundRect">
            <a:avLst>
              <a:gd name="adj" fmla="val 21739"/>
            </a:avLst>
          </a:prstGeom>
          <a:solidFill>
            <a:srgbClr val="22833A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9344" y="4114800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折衝中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73168" y="2578608"/>
            <a:ext cx="4023360" cy="233172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7777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26974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🎬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22976" y="269748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歯腸ドクターズ（YouTube）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22976" y="315468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49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山田正人先生（歯科）× 三吉範克先生（消化器外科・AI医療）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56048" y="338328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口腔と腸内環境の関係を解説する医師YouTubeチャンネル。三吉先生はAI医療開発者。アプリの医療監修と相互送客サイクルを担う。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56048" y="4114800"/>
            <a:ext cx="1005840" cy="210312"/>
          </a:xfrm>
          <a:prstGeom prst="roundRect">
            <a:avLst>
              <a:gd name="adj" fmla="val 21739"/>
            </a:avLst>
          </a:prstGeom>
          <a:solidFill>
            <a:srgbClr val="9060C0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4114800"/>
            <a:ext cx="1005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コンテンツ連携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16752" y="4114800"/>
            <a:ext cx="822960" cy="210312"/>
          </a:xfrm>
          <a:prstGeom prst="roundRect">
            <a:avLst>
              <a:gd name="adj" fmla="val 21739"/>
            </a:avLst>
          </a:prstGeom>
          <a:solidFill>
            <a:srgbClr val="994466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6752" y="4114800"/>
            <a:ext cx="8229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医療監修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—  ロードマップ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50292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13232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dirty="0">
                <a:solidFill>
                  <a:srgbClr val="1A16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段階的な価値実証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89788" y="2176272"/>
            <a:ext cx="18745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9788" y="2176272"/>
            <a:ext cx="187452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9516" y="2304288"/>
            <a:ext cx="1655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5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— 完了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99516" y="2505456"/>
            <a:ext cx="1655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技術POC・プロトタイプ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99516" y="2926080"/>
            <a:ext cx="16550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WebRTCカメラ統合、HSV+RGB肌分析、デンタルスコアリングのPOCを完成。GitHub Pagesにてデモ公開済み。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99516" y="4032504"/>
            <a:ext cx="713232" cy="201168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 w="635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516" y="4032504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完了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19756" y="2176272"/>
            <a:ext cx="18745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19756" y="2176272"/>
            <a:ext cx="187452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9484" y="2304288"/>
            <a:ext cx="1655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5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進行中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729484" y="2505456"/>
            <a:ext cx="1655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MVP構築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29484" y="2926080"/>
            <a:ext cx="16550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Vite+React・MediaPipe FaceLandmarker・Capacitorによるアプリ化。山田兄弟歯科グループとの初期折衝も並行。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29484" y="4032504"/>
            <a:ext cx="713232" cy="201168"/>
          </a:xfrm>
          <a:prstGeom prst="roundRect">
            <a:avLst>
              <a:gd name="adj" fmla="val 22727"/>
            </a:avLst>
          </a:prstGeom>
          <a:solidFill>
            <a:srgbClr val="F3E8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29484" y="4032504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49724" y="2176272"/>
            <a:ext cx="18745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49724" y="2176272"/>
            <a:ext cx="187452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9452" y="2304288"/>
            <a:ext cx="1655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5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提携導入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759452" y="2505456"/>
            <a:ext cx="1655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提携歯科パイロット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9452" y="2926080"/>
            <a:ext cx="16550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山田兄弟歯科グループとのテスト送客・予約フォーム連携・歯腸ドクターズとのコンテンツ連動を実装。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9452" y="4032504"/>
            <a:ext cx="713232" cy="201168"/>
          </a:xfrm>
          <a:prstGeom prst="roundRect">
            <a:avLst>
              <a:gd name="adj" fmla="val 22727"/>
            </a:avLst>
          </a:prstGeom>
          <a:solidFill>
            <a:srgbClr val="FEF9EE"/>
          </a:solidFill>
          <a:ln w="6350">
            <a:solidFill>
              <a:srgbClr val="9240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9452" y="4032504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計画中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679692" y="2176272"/>
            <a:ext cx="18745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79692" y="2176272"/>
            <a:ext cx="187452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89420" y="2304288"/>
            <a:ext cx="16550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5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スケール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789420" y="2505456"/>
            <a:ext cx="1655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KIREI SELECT / データ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89420" y="2926080"/>
            <a:ext cx="165506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85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ケアグッズECの立ち上げ、スコア履歴・トレンド分析、提携クリニックの多拠点展開、匿名化データ活用モデルの検討。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789420" y="4032504"/>
            <a:ext cx="713232" cy="201168"/>
          </a:xfrm>
          <a:prstGeom prst="roundRect">
            <a:avLst>
              <a:gd name="adj" fmla="val 22727"/>
            </a:avLst>
          </a:prstGeom>
          <a:solidFill>
            <a:srgbClr val="FEF9EE"/>
          </a:solidFill>
          <a:ln w="6350">
            <a:solidFill>
              <a:srgbClr val="92400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89420" y="4032504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計画中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—  技術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621792"/>
            <a:ext cx="50292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13232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1A16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医療表現に準拠した設計思想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80060" y="201168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2940" y="2139696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38428" y="21396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AI分析の現在地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2940" y="2487168"/>
            <a:ext cx="36576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HSV/RGB色空間での肌色分析と照明正規化は技術POCで実証済み。MediaPipe FaceLandmarkerによる顔ランドマーク検出で精度向上を図る（仕様策定済み）。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40580" y="201168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23460" y="2139696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⚖️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98948" y="21396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医療表現ガイドライン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23460" y="2487168"/>
            <a:ext cx="36576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「診断」「治療」「病気」等の医療用語は全面禁止。「チェック」「スコア」「ケアのヒント」の表現に統一し、結果画面に必ず免責事項を表示。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0060" y="3593592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940" y="372160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📲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38428" y="37216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クロスプラットフォーム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2940" y="4069080"/>
            <a:ext cx="36576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1はCapacitorでReact JSをiOS/Androidにラップ。Phase 3でiOSネイティブ（Swift/SwiftUI）へ移行し、TrueDepth Cameraを活用。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40580" y="3593592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23460" y="372160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🗄️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98948" y="37216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6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バックエンド・データ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3460" y="4069080"/>
            <a:ext cx="36576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7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ユーザースコア履歴の保存にSupabase/Firebase（検討中）。データ収集段階から匿名化フレームワークを設計し、将来のデータマネタイズに備える。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6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4572000" cy="4572000"/>
          </a:xfrm>
          <a:prstGeom prst="ellipse">
            <a:avLst/>
          </a:prstGeom>
          <a:solidFill>
            <a:srgbClr val="A855F7">
              <a:alpha val="9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spc="300" kern="0" dirty="0">
                <a:solidFill>
                  <a:srgbClr val="B98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—  資金用途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50292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次のマイルストーンへ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901952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2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MVP完成・提携歯科パイロット・ユーザー獲得の初期検証を目的とした資金調達を検討しています。具体的な調達額・条件は別途ご相談ください。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39496" y="2761488"/>
            <a:ext cx="2578608" cy="1417320"/>
          </a:xfrm>
          <a:prstGeom prst="rect">
            <a:avLst/>
          </a:prstGeom>
          <a:solidFill>
            <a:srgbClr val="A855F7">
              <a:alpha val="14000"/>
            </a:srgbClr>
          </a:solidFill>
          <a:ln w="6350">
            <a:solidFill>
              <a:srgbClr val="884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285292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04088" y="3236976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プロダクト開発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4088" y="3529584"/>
            <a:ext cx="23042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MediaPipe統合・Capacitorビルド・iOS/Androidリリース準備、UI/UXの本格実装。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82696" y="2761488"/>
            <a:ext cx="2578608" cy="1417320"/>
          </a:xfrm>
          <a:prstGeom prst="rect">
            <a:avLst/>
          </a:prstGeom>
          <a:solidFill>
            <a:srgbClr val="A855F7">
              <a:alpha val="14000"/>
            </a:srgbClr>
          </a:solidFill>
          <a:ln w="6350">
            <a:solidFill>
              <a:srgbClr val="884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285292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🏥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47288" y="3236976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提携歯科パイロット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47288" y="3529584"/>
            <a:ext cx="23042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提携クリニックとの送客フロー実装・KPI計測・改善サイクルの確立。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25896" y="2761488"/>
            <a:ext cx="2578608" cy="1417320"/>
          </a:xfrm>
          <a:prstGeom prst="rect">
            <a:avLst/>
          </a:prstGeom>
          <a:solidFill>
            <a:srgbClr val="A855F7">
              <a:alpha val="14000"/>
            </a:srgbClr>
          </a:solidFill>
          <a:ln w="6350">
            <a:solidFill>
              <a:srgbClr val="8844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285292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📢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90488" y="3236976"/>
            <a:ext cx="2304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初期ユーザー獲得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0488" y="3529584"/>
            <a:ext cx="23042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医師コンテンツとの連動、SNS施策による20〜30代女性へのリーチ。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315968"/>
            <a:ext cx="8229600" cy="594360"/>
          </a:xfrm>
          <a:prstGeom prst="rect">
            <a:avLst/>
          </a:prstGeom>
          <a:solidFill>
            <a:srgbClr val="A855F7">
              <a:alpha val="16000"/>
            </a:srgbClr>
          </a:solidFill>
          <a:ln w="6350">
            <a:solidFill>
              <a:srgbClr val="8844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4074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0B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プロトタイプデモ（Phase 0 完了版）  →  sashibe.github.io/kirei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KIREI — 投資家向け企画書</dc:title>
  <dc:subject>PptxGenJS Presentation</dc:subject>
  <dc:creator>PptxGenJS</dc:creator>
  <cp:lastModifiedBy>PptxGenJS</cp:lastModifiedBy>
  <cp:revision>1</cp:revision>
  <dcterms:created xsi:type="dcterms:W3CDTF">2026-03-30T08:16:15Z</dcterms:created>
  <dcterms:modified xsi:type="dcterms:W3CDTF">2026-03-30T08:16:15Z</dcterms:modified>
</cp:coreProperties>
</file>