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7F4F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파트너십 제안 —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KIREI × MUSINSA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2267712"/>
            <a:ext cx="16459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395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얼굴에서 시작하는 K-뷰티 AI 플랫폼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퍼스널 컬러로 연결하는 새로운 쇼핑 경험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273552"/>
            <a:ext cx="2560320" cy="987552"/>
          </a:xfrm>
          <a:prstGeom prst="rect">
            <a:avLst>
              <a:gd name="adj" fmla="val 7407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3273552"/>
            <a:ext cx="25603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" y="3337560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 유형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9496" y="356616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 개발 · 공식 앱 파트너십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3273552"/>
            <a:ext cx="2560320" cy="987552"/>
          </a:xfrm>
          <a:prstGeom prst="rect">
            <a:avLst>
              <a:gd name="adj" fmla="val 7407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3273552"/>
            <a:ext cx="25603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282696" y="3337560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 시장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82696" y="356616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→ 일본 → 글로벌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3273552"/>
            <a:ext cx="2560320" cy="987552"/>
          </a:xfrm>
          <a:prstGeom prst="rect">
            <a:avLst>
              <a:gd name="adj" fmla="val 7407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3273552"/>
            <a:ext cx="25603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025896" y="3337560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25896" y="356616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sashibe.github.io/kirei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8737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무신사가 안고 있는 과제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상품은 많다.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고르는 기준이 없다.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536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무신사 뷰티는 급성장 중이다. 그러나 상품 수가 늘수록 "나한테 맞는 것"을 찾기는 오히려 어려워진다.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4069080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965960"/>
            <a:ext cx="40690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76072" y="2130552"/>
            <a:ext cx="274320" cy="27432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2093976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선택의 불확실성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2478024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립·파운데이션·아이섀도는 화면으로 보면 자신에게 어울리는지 알 수 없다. 구매 후 실망이 반품·저평가로 이어진다.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965960"/>
            <a:ext cx="4069080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965960"/>
            <a:ext cx="4069080" cy="45720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8032" y="2130552"/>
            <a:ext cx="274320" cy="274320"/>
          </a:xfrm>
          <a:prstGeom prst="ellipse">
            <a:avLst/>
          </a:prstGeom>
          <a:solidFill>
            <a:srgbClr val="C026D3">
              <a:alpha val="3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193792" y="2093976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퍼스널 컬러 검색의 부재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478024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Z세대 사이에서 퍼스널 컬러 인식은 급속도로 확산됐지만, 플랫폼 측의 대응은 아직 태그 수준에 머물고 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685032"/>
            <a:ext cx="4069080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685032"/>
            <a:ext cx="4069080" cy="457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8" name="Shape 16"/>
          <p:cNvSpPr/>
          <p:nvPr/>
        </p:nvSpPr>
        <p:spPr>
          <a:xfrm>
            <a:off x="576072" y="3849624"/>
            <a:ext cx="274320" cy="274320"/>
          </a:xfrm>
          <a:prstGeom prst="ellipse">
            <a:avLst/>
          </a:prstGeom>
          <a:solidFill>
            <a:srgbClr val="047857">
              <a:alpha val="3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" y="3813048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플랫폼과의 차별화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4197096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올리브영·W컨셉 등 경쟁사와의 차별화는 상품 수나 가격만으로는 한계가 있다. 체험 가치로 승부할 레이어가 필요하다.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685032"/>
            <a:ext cx="4069080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685032"/>
            <a:ext cx="4069080" cy="45720"/>
          </a:xfrm>
          <a:prstGeom prst="rect">
            <a:avLst/>
          </a:prstGeom>
          <a:solidFill>
            <a:srgbClr val="92660A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3849624"/>
            <a:ext cx="274320" cy="274320"/>
          </a:xfrm>
          <a:prstGeom prst="ellipse">
            <a:avLst/>
          </a:prstGeom>
          <a:solidFill>
            <a:srgbClr val="92660A">
              <a:alpha val="3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193792" y="3813048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동기의 부족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4197096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목적 이외의 체류를 생성하는 콘텐츠가 없다면, 앱은 "살 때만 여는 것"에서 벗어나기 어렵다.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KIREI가 해결하는 것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얼굴을 스캔하면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나에게 맞는 것만 보인다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536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KIREI는 스마트폰 인카메라를 AI 뷰티 미러로 바꾸는 앱. 피부 분석 → 퍼스널 컬러 → 맞춤 상품 추천을 한 흐름으로 연결한다.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1938528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965960"/>
            <a:ext cx="1938528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39496" y="2048256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" y="2048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24505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미러 화면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834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카메라를 켜면 피부 상태를 자동 분석. 수분·결·밝기를 실시간 스코어링.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59152" y="2578608"/>
            <a:ext cx="100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965960"/>
            <a:ext cx="1938528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965960"/>
            <a:ext cx="1938528" cy="457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Shape 13"/>
          <p:cNvSpPr/>
          <p:nvPr/>
        </p:nvSpPr>
        <p:spPr>
          <a:xfrm>
            <a:off x="2578608" y="2048256"/>
            <a:ext cx="347472" cy="34747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6" name="Text 14"/>
          <p:cNvSpPr/>
          <p:nvPr/>
        </p:nvSpPr>
        <p:spPr>
          <a:xfrm>
            <a:off x="2578608" y="2048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24505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퍼스널 컬러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2834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피부·눈동자·입술 색상에서 봄웜·여름쿨·가을웜·겨울쿨을 판정.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98264" y="2578608"/>
            <a:ext cx="100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9704" y="1965960"/>
            <a:ext cx="1938528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9704" y="1965960"/>
            <a:ext cx="1938528" cy="45720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7720" y="2048256"/>
            <a:ext cx="347472" cy="347472"/>
          </a:xfrm>
          <a:prstGeom prst="ellipse">
            <a:avLst/>
          </a:prstGeom>
          <a:solidFill>
            <a:srgbClr val="C026D3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2048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99432" y="24505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가상 메이크업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99432" y="2834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립·치크·아이섀도를 실시간으로 얼굴에 합성. 구매 전 가상 체험.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37376" y="2578608"/>
            <a:ext cx="100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28816" y="1965960"/>
            <a:ext cx="1938528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28816" y="1965960"/>
            <a:ext cx="1938528" cy="45720"/>
          </a:xfrm>
          <a:prstGeom prst="rect">
            <a:avLst/>
          </a:prstGeom>
          <a:solidFill>
            <a:srgbClr val="9D174D"/>
          </a:solidFill>
          <a:ln/>
        </p:spPr>
      </p:sp>
      <p:sp>
        <p:nvSpPr>
          <p:cNvPr id="29" name="Shape 27"/>
          <p:cNvSpPr/>
          <p:nvPr/>
        </p:nvSpPr>
        <p:spPr>
          <a:xfrm>
            <a:off x="6656832" y="2048256"/>
            <a:ext cx="347472" cy="347472"/>
          </a:xfrm>
          <a:prstGeom prst="ellipse">
            <a:avLst/>
          </a:prstGeom>
          <a:solidFill>
            <a:srgbClr val="9D174D"/>
          </a:solidFill>
          <a:ln/>
        </p:spPr>
      </p:sp>
      <p:sp>
        <p:nvSpPr>
          <p:cNvPr id="30" name="Text 28"/>
          <p:cNvSpPr/>
          <p:nvPr/>
        </p:nvSpPr>
        <p:spPr>
          <a:xfrm>
            <a:off x="6656832" y="2048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38544" y="24505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무신사 직결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38544" y="2834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퍼스널 컬러 × 피부 타입에 맞는 상품을 무신사 뷰티에서 직접 추천.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657600"/>
            <a:ext cx="8321040" cy="621792"/>
          </a:xfrm>
          <a:prstGeom prst="rect">
            <a:avLst>
              <a:gd name="adj" fmla="val 14706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657600"/>
            <a:ext cx="54864" cy="621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65760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거울 → 피부 체크 → AR 체험 → 구매가 한 세션 안에서 완결된다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사용 시나리오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 안에서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3분으로 완결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사용자는 "앱을 쓰겠다"고 생각하지 않는다. 거울을 열었을 뿐인데, 쇼핑까지 끝나 있다.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60520" y="530352"/>
            <a:ext cx="4663440" cy="566928"/>
          </a:xfrm>
          <a:prstGeom prst="rect">
            <a:avLst>
              <a:gd name="adj" fmla="val 12903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60520" y="530352"/>
            <a:ext cx="457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279392" y="59436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92040" y="5760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거울 앱을 연다 — KIREI가 시작된다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35240" y="685800"/>
            <a:ext cx="1115568" cy="246888"/>
          </a:xfrm>
          <a:prstGeom prst="rect">
            <a:avLst>
              <a:gd name="adj" fmla="val 44444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68580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습관의 입구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60520" y="1143000"/>
            <a:ext cx="46634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143000"/>
            <a:ext cx="457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279392" y="120700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11887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키라리: 「오늘 습도 38%, 촉촉한 립이 어울려♪」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35240" y="1298448"/>
            <a:ext cx="1115568" cy="246888"/>
          </a:xfrm>
          <a:prstGeom prst="rect">
            <a:avLst>
              <a:gd name="adj" fmla="val 44444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1298448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60520" y="1755648"/>
            <a:ext cx="4663440" cy="566928"/>
          </a:xfrm>
          <a:prstGeom prst="rect">
            <a:avLst>
              <a:gd name="adj" fmla="val 12903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0520" y="1755648"/>
            <a:ext cx="457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279392" y="1819656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80136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탭 → 피부 체크 → 스코어 표시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1911096"/>
            <a:ext cx="1115568" cy="246888"/>
          </a:xfrm>
          <a:prstGeom prst="rect">
            <a:avLst>
              <a:gd name="adj" fmla="val 44444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1911096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피부 체크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60520" y="2368296"/>
            <a:ext cx="46634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60520" y="2368296"/>
            <a:ext cx="457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279392" y="2432304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24140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퍼스널 컬러 기반 AR 립 컬러 — 얼굴에 즉시 합성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35240" y="2523744"/>
            <a:ext cx="1115568" cy="246888"/>
          </a:xfrm>
          <a:prstGeom prst="rect">
            <a:avLst>
              <a:gd name="adj" fmla="val 44444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2523744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체험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60520" y="2980944"/>
            <a:ext cx="4663440" cy="566928"/>
          </a:xfrm>
          <a:prstGeom prst="rect">
            <a:avLst>
              <a:gd name="adj" fmla="val 12903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60520" y="2980944"/>
            <a:ext cx="457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279392" y="304495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60초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02666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「무신사에서 보기」탭 → 상품 페이지로 이동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3136392"/>
            <a:ext cx="1115568" cy="246888"/>
          </a:xfrm>
          <a:prstGeom prst="rect">
            <a:avLst>
              <a:gd name="adj" fmla="val 44444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313639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전환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60520" y="3593592"/>
            <a:ext cx="46634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60520" y="3593592"/>
            <a:ext cx="457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279392" y="365760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90초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363931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완료 후 다시 거울로 돌아온다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35240" y="3749040"/>
            <a:ext cx="1115568" cy="246888"/>
          </a:xfrm>
          <a:prstGeom prst="rect">
            <a:avLst>
              <a:gd name="adj" fmla="val 44444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37490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없음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무신사에 대한 가치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KIREI가 무신사에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가져다주는 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248716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0020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무신사의 과제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90088" y="1600200"/>
            <a:ext cx="3273552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081528" y="1600200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KIREI의 해결 방법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219456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002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984248"/>
            <a:ext cx="24871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088" y="1984248"/>
            <a:ext cx="327355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984248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29968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미스매치 반품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81528" y="2029968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가상 체험으로 구매 전 확인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20299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반품률 감소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551176"/>
            <a:ext cx="2487168" cy="530352"/>
          </a:xfrm>
          <a:prstGeom prst="rect">
            <a:avLst/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90088" y="2551176"/>
            <a:ext cx="3273552" cy="530352"/>
          </a:xfrm>
          <a:prstGeom prst="rect">
            <a:avLst/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2551176"/>
            <a:ext cx="2194560" cy="530352"/>
          </a:xfrm>
          <a:prstGeom prst="rect">
            <a:avLst/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96896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추천의 비개인화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81528" y="2596896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퍼스널 컬러 × 피부 타입 필터링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259689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전환율 향상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118104"/>
            <a:ext cx="24871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0088" y="3118104"/>
            <a:ext cx="327355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118104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63824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 차별화 부족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81528" y="3163824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뷰티 미러라는 독자 체험 가치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316382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차별화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685032"/>
            <a:ext cx="2487168" cy="530352"/>
          </a:xfrm>
          <a:prstGeom prst="rect">
            <a:avLst/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90088" y="3685032"/>
            <a:ext cx="3273552" cy="530352"/>
          </a:xfrm>
          <a:prstGeom prst="rect">
            <a:avLst/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3685032"/>
            <a:ext cx="2194560" cy="530352"/>
          </a:xfrm>
          <a:prstGeom prst="rect">
            <a:avLst/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730752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외 재방문 동기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81528" y="3730752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여는 거울 습관 × 키라리 대화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373075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· 체류 시간 ↑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4251960"/>
            <a:ext cx="24871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90088" y="4251960"/>
            <a:ext cx="327355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4251960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29768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피부 × 구매 데이터 없음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81528" y="4297680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피부 타입별 구매 경향 익명화 집계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42976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정밀도 향상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글로벌 전개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발신,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K-뷰티와 함께 세계로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536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무신사 파트너십을 기점으로 K-뷰티의 글로벌 신뢰성을 등에 업고 단계적으로 시장을 확대한다.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8321040" cy="777240"/>
          </a:xfrm>
          <a:prstGeom prst="rect">
            <a:avLst>
              <a:gd name="adj" fmla="val 1176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96596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671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42416" y="205740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한국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2416" y="2386584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무신사 공식 앱으로 출시. 퍼스널 컬러 문화가 성숙한 시장에서 핵심 체험 검증. 개발비 무신사 부담.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0" y="2221992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62072"/>
            <a:ext cx="832104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862072"/>
            <a:ext cx="54864" cy="7772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063240"/>
            <a:ext cx="365760" cy="36576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42416" y="29535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일본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2416" y="3282696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실적 데이터를 갖고 일본 전개. K-뷰티 역수입 문맥으로 포지셔닝. 일본어 UI 구현 완료.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12480" y="311810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758184"/>
            <a:ext cx="8321040" cy="777240"/>
          </a:xfrm>
          <a:prstGeom prst="rect">
            <a:avLst>
              <a:gd name="adj" fmla="val 1176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758184"/>
            <a:ext cx="54864" cy="777240"/>
          </a:xfrm>
          <a:prstGeom prst="rect">
            <a:avLst/>
          </a:prstGeom>
          <a:solidFill>
            <a:srgbClr val="92660A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3959352"/>
            <a:ext cx="365760" cy="365760"/>
          </a:xfrm>
          <a:prstGeom prst="ellipse">
            <a:avLst/>
          </a:prstGeom>
          <a:solidFill>
            <a:srgbClr val="92660A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42416" y="384962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동남아 · 북미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42416" y="4178808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K-뷰티 수요가 높은 시장（태국·베트남·미국）으로 확장. 영어 UI 구현 완료.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526280"/>
            <a:ext cx="8321040" cy="420624"/>
          </a:xfrm>
          <a:prstGeom prst="rect">
            <a:avLst>
              <a:gd name="adj" fmla="val 17391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526280"/>
            <a:ext cx="54864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52628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앱은 오늘을 알지만 얼굴을 모른다. SNS는 트렌드를 알지만 피부를 모른다.  KIREI는 얼굴에서 역산한다.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기술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동작하고 있다.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통합 비용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406908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00200"/>
            <a:ext cx="40690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" y="1783080"/>
            <a:ext cx="274320" cy="27432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737360"/>
            <a:ext cx="3410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피부 분석  ✓ 구현 완료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2194560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FaceLandmarker（468점）로 실시간 피부 분석. 브라우저 내 추론. 서버 비용 없음.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406908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600200"/>
            <a:ext cx="4069080" cy="45720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12" name="Shape 10"/>
          <p:cNvSpPr/>
          <p:nvPr/>
        </p:nvSpPr>
        <p:spPr>
          <a:xfrm>
            <a:off x="4828032" y="1783080"/>
            <a:ext cx="274320" cy="274320"/>
          </a:xfrm>
          <a:prstGeom prst="ellipse">
            <a:avLst/>
          </a:prstGeom>
          <a:solidFill>
            <a:srgbClr val="C026D3">
              <a:alpha val="3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193792" y="1737360"/>
            <a:ext cx="3410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메이크업  ✓ 구현 완료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2194560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립·치크·아이섀도·파운데이션·눈썹·컨실러 실시간 합성. multiply/softlight/overlay 블렌드 대응.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410712"/>
            <a:ext cx="406908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410712"/>
            <a:ext cx="4069080" cy="457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7" name="Shape 15"/>
          <p:cNvSpPr/>
          <p:nvPr/>
        </p:nvSpPr>
        <p:spPr>
          <a:xfrm>
            <a:off x="576072" y="3593592"/>
            <a:ext cx="274320" cy="274320"/>
          </a:xfrm>
          <a:prstGeom prst="ellipse">
            <a:avLst/>
          </a:prstGeom>
          <a:solidFill>
            <a:srgbClr val="047857">
              <a:alpha val="3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" y="3547872"/>
            <a:ext cx="3410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대응  ✓ 구현 완료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" y="4005072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한국어·일본어·영어 i18n 구현 완료. 키라리 대화도 3개 언어 대응. 추가 언어는 텍스트 추가만으로 가능.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410712"/>
            <a:ext cx="406908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410712"/>
            <a:ext cx="4069080" cy="45720"/>
          </a:xfrm>
          <a:prstGeom prst="rect">
            <a:avLst/>
          </a:prstGeom>
          <a:solidFill>
            <a:srgbClr val="92660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28032" y="3593592"/>
            <a:ext cx="274320" cy="274320"/>
          </a:xfrm>
          <a:prstGeom prst="ellipse">
            <a:avLst/>
          </a:prstGeom>
          <a:solidFill>
            <a:srgbClr val="92660A">
              <a:alpha val="3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193792" y="3547872"/>
            <a:ext cx="3410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무신사 연동 설계 완료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4005072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퍼스널 컬러 타입을 무신사 검색 쿼리로 자동 변환하는 로직 설계 완료. 회원 ID 연계 스키마 준비 중.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제안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무신사 공식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뷰티 파트너로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KIREI는 단독으로도 성립하지만, 무신사와 함께라면 처음부터 수백만 명의 사용자 기반으로 출발할 수 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029968"/>
            <a:ext cx="265176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029968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157984"/>
            <a:ext cx="274320" cy="27432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5603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 개발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" y="2944368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무신사의 개발비 지원으로 공식 앱 완성. 기술은 KIREI, 플랫폼·데이터는 무신사.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82696" y="2029968"/>
            <a:ext cx="265176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2696" y="2029968"/>
            <a:ext cx="2651760" cy="45720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14" name="Shape 12"/>
          <p:cNvSpPr/>
          <p:nvPr/>
        </p:nvSpPr>
        <p:spPr>
          <a:xfrm>
            <a:off x="3447288" y="2157984"/>
            <a:ext cx="274320" cy="274320"/>
          </a:xfrm>
          <a:prstGeom prst="ellipse">
            <a:avLst/>
          </a:prstGeom>
          <a:solidFill>
            <a:srgbClr val="C026D3">
              <a:alpha val="3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25603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앱 출시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47288" y="2944368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「MUSINSA × KIREI」로 한국 iOS/Android 출시. 무신사 앱 내 통합도 검토 가능.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53912" y="2029968"/>
            <a:ext cx="265176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53912" y="2029968"/>
            <a:ext cx="2651760" cy="457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9" name="Shape 17"/>
          <p:cNvSpPr/>
          <p:nvPr/>
        </p:nvSpPr>
        <p:spPr>
          <a:xfrm>
            <a:off x="6318504" y="2157984"/>
            <a:ext cx="274320" cy="274320"/>
          </a:xfrm>
          <a:prstGeom prst="ellipse">
            <a:avLst/>
          </a:prstGeom>
          <a:solidFill>
            <a:srgbClr val="047857">
              <a:alpha val="3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18504" y="25603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파트너십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18504" y="2944368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익명화된 피부 × 구매 데이터를 양사에서 활용. 무신사 추천 정밀도 향상에 직접 기여.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822192"/>
            <a:ext cx="8321040" cy="1005840"/>
          </a:xfrm>
          <a:prstGeom prst="rect">
            <a:avLst>
              <a:gd name="adj" fmla="val 9091"/>
            </a:avLst>
          </a:prstGeom>
          <a:solidFill>
            <a:srgbClr val="EDE8F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822192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8953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413308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sashibe.github.io/kirei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4360" y="453542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동작하는 AR 메이크업 · 피부 분석 체험을 확인해 주세요.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2026-04-06T03:02:08Z</dcterms:created>
  <dcterms:modified xsi:type="dcterms:W3CDTF">2026-04-06T03:02:08Z</dcterms:modified>
</cp:coreProperties>
</file>